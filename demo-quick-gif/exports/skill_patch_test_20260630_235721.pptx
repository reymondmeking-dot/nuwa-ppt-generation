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这是一个补丁后快速模式测试页。重点验证动态 GIF 在最终 PPTX 中以 .gif 媒体保留，而不是被优化成静态 PNG。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c5468c0ce0630bb.gif"/>
  <Relationship Id="rId3" Type="http://schemas.openxmlformats.org/officeDocument/2006/relationships/notesSlide" Target="../notesSlides/notesSlide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952500"/>
            <a:ext cx="12573000" cy="7810500"/>
            <a:chOff x="0" y="-952500"/>
            <a:chExt cx="12573000" cy="7810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816"/>
                </a:gs>
                <a:gs pos="100000">
                  <a:srgbClr val="101A3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239000" y="-952500"/>
              <a:ext cx="5334000" cy="5334000"/>
            </a:xfrm>
            <a:prstGeom prst="ellipse">
              <a:avLst/>
            </a:prstGeom>
            <a:solidFill>
              <a:srgbClr val="7C3AED">
                <a:alpha val="15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19150" y="1120140"/>
            <a:ext cx="6702186" cy="1215199"/>
            <a:chOff x="819150" y="1120140"/>
            <a:chExt cx="6702186" cy="1215199"/>
          </a:xfrm>
          <a:effectLst>
            <a:glow rad="76200">
              <a:srgbClr val="00E5FF">
                <a:alpha val="35000"/>
              </a:srgbClr>
            </a:glow>
          </a:effectLst>
        </p:grpSpPr>
        <p:sp>
          <p:nvSpPr>
            <p:cNvPr id="5" name="TextBox 5"/>
            <p:cNvSpPr txBox="1"/>
            <p:nvPr/>
          </p:nvSpPr>
          <p:spPr>
            <a:xfrm>
              <a:off x="819150" y="1120140"/>
              <a:ext cx="670218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EAF2FF"/>
                  </a:solidFill>
                  <a:effectLst>
                    <a:glow rad="76200">
                      <a:srgbClr val="00E5FF">
                        <a:alpha val="35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Quick Mode 测试通过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67918" y="2012632"/>
              <a:ext cx="6024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DA2C0"/>
                  </a:solidFill>
                  <a:effectLst>
                    <a:glow rad="76200">
                      <a:srgbClr val="00E5FF">
                        <a:alpha val="35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验证 skill 补丁：快速模式 + GIF 必须 --no-image-optimize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72250" y="1333500"/>
            <a:ext cx="4362450" cy="2914650"/>
            <a:chOff x="6572250" y="1333500"/>
            <a:chExt cx="4362450" cy="2914650"/>
          </a:xfrm>
        </p:grpSpPr>
        <p:sp>
          <p:nvSpPr>
            <p:cNvPr id="8" name="Rectangle 8"/>
            <p:cNvSpPr/>
            <p:nvPr/>
          </p:nvSpPr>
          <p:spPr>
            <a:xfrm>
              <a:off x="6572250" y="1333500"/>
              <a:ext cx="4362450" cy="2914650"/>
            </a:xfrm>
            <a:prstGeom prst="roundRect">
              <a:avLst>
                <a:gd name="adj" fmla="val 10458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136" r="0" b="136"/>
            <a:stretch>
              <a:fillRect/>
            </a:stretch>
          </p:blipFill>
          <p:spPr>
            <a:xfrm>
              <a:off x="6800850" y="1562100"/>
              <a:ext cx="3905250" cy="219075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7767447" y="392811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ppt/media/*.gif 验证目标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" y="3581400"/>
            <a:ext cx="4743450" cy="1104900"/>
            <a:chOff x="857250" y="3581400"/>
            <a:chExt cx="4743450" cy="1104900"/>
          </a:xfrm>
        </p:grpSpPr>
        <p:sp>
          <p:nvSpPr>
            <p:cNvPr id="12" name="Rectangle 12"/>
            <p:cNvSpPr/>
            <p:nvPr/>
          </p:nvSpPr>
          <p:spPr>
            <a:xfrm>
              <a:off x="857250" y="3581400"/>
              <a:ext cx="2095500" cy="1104900"/>
            </a:xfrm>
            <a:prstGeom prst="roundRect">
              <a:avLst>
                <a:gd name="adj" fmla="val 20690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48334" y="3785235"/>
              <a:ext cx="6189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E5FF"/>
                  </a:solidFill>
                  <a:latin typeface="Arial"/>
                  <a:ea typeface="Microsoft YaHei"/>
                  <a:cs typeface="Arial"/>
                </a:rPr>
                <a:t>1页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5954" y="4251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快速样片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219450" y="3581400"/>
              <a:ext cx="2381250" cy="1104900"/>
            </a:xfrm>
            <a:prstGeom prst="roundRect">
              <a:avLst>
                <a:gd name="adj" fmla="val 20690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10534" y="3785235"/>
              <a:ext cx="5919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2E88"/>
                  </a:solidFill>
                  <a:latin typeface="Arial"/>
                  <a:ea typeface="Arial"/>
                  <a:cs typeface="Arial"/>
                </a:rPr>
                <a:t>GIF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8154" y="4251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动态图片保留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51535" y="6069806"/>
            <a:ext cx="31589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DA2C0"/>
                </a:solidFill>
                <a:latin typeface="Arial"/>
                <a:ea typeface="Arial"/>
                <a:cs typeface="Arial"/>
              </a:rPr>
              <a:t>Generated after patching ppt-master skill</a:t>
            </a:r>
          </a:p>
        </p:txBody>
      </p:sp>
    </p:spTree>
  </p:cSld>
  <p:clrMapOvr>
    <a:masterClrMapping/>
  </p:clrMapOvr>
  <p:transition xmlns:p14="http://schemas.microsoft.com/office/powerpoint/2010/main" p14:dur="6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2026-06-30T15:57:21Z</dcterms:created>
  <dcterms:modified xsi:type="dcterms:W3CDTF">2026-06-30T15:57:21Z</dcterms:modified>
  <cp:category/>
  <cp:contentStatus/>
</cp:coreProperties>
</file>